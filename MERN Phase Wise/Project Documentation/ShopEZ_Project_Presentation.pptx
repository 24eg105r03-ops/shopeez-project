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152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341">
          <p15:clr>
            <a:srgbClr val="747775"/>
          </p15:clr>
        </p15:guide>
      </p15:sldGuideLst>
    </p:ext>
    <p:ext uri="GoogleSlidesCustomDataVersion2">
      <go:slidesCustomData xmlns:go="http://customooxmlschemas.google.com/" r:id="rId9" roundtripDataSignature="AMtx7mhHrbkIkvXodWRhyB5fEswEz3Dm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152" orient="horz"/>
        <p:guide pos="2880"/>
        <p:guide pos="341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customschemas.google.com/relationships/presentationmetadata" Target="metadata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1" name="Google Shape;61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3" name="Google Shape;73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f2339eb39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f2339eb39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0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0"/>
          <p:cNvSpPr txBox="1"/>
          <p:nvPr>
            <p:ph idx="1" type="body"/>
          </p:nvPr>
        </p:nvSpPr>
        <p:spPr>
          <a:xfrm>
            <a:off x="457200" y="120015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7025" lIns="94100" spcFirstLastPara="1" rIns="94100" wrap="square" tIns="47025">
            <a:noAutofit/>
          </a:bodyPr>
          <a:lstStyle>
            <a:lvl1pPr indent="-1187450" lvl="0" marL="457200" algn="l">
              <a:lnSpc>
                <a:spcPct val="100000"/>
              </a:lnSpc>
              <a:spcBef>
                <a:spcPts val="3020"/>
              </a:spcBef>
              <a:spcAft>
                <a:spcPts val="0"/>
              </a:spcAft>
              <a:buSzPts val="15100"/>
              <a:buChar char="•"/>
              <a:defRPr/>
            </a:lvl1pPr>
            <a:lvl2pPr indent="-1066800" lvl="1" marL="914400" algn="l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SzPts val="13200"/>
              <a:buChar char="–"/>
              <a:defRPr/>
            </a:lvl2pPr>
            <a:lvl3pPr indent="-946150" lvl="2" marL="1371600" algn="l">
              <a:lnSpc>
                <a:spcPct val="100000"/>
              </a:lnSpc>
              <a:spcBef>
                <a:spcPts val="2260"/>
              </a:spcBef>
              <a:spcAft>
                <a:spcPts val="0"/>
              </a:spcAft>
              <a:buSzPts val="11300"/>
              <a:buChar char="•"/>
              <a:defRPr/>
            </a:lvl3pPr>
            <a:lvl4pPr indent="-825500" lvl="3" marL="1828800" algn="l">
              <a:lnSpc>
                <a:spcPct val="100000"/>
              </a:lnSpc>
              <a:spcBef>
                <a:spcPts val="1880"/>
              </a:spcBef>
              <a:spcAft>
                <a:spcPts val="0"/>
              </a:spcAft>
              <a:buSzPts val="9400"/>
              <a:buChar char="–"/>
              <a:defRPr/>
            </a:lvl4pPr>
            <a:lvl5pPr indent="-825500" lvl="4" marL="2286000" algn="l">
              <a:lnSpc>
                <a:spcPct val="100000"/>
              </a:lnSpc>
              <a:spcBef>
                <a:spcPts val="1880"/>
              </a:spcBef>
              <a:spcAft>
                <a:spcPts val="0"/>
              </a:spcAft>
              <a:buSzPts val="9400"/>
              <a:buChar char="»"/>
              <a:defRPr/>
            </a:lvl5pPr>
            <a:lvl6pPr indent="-825500" lvl="5" marL="2743200" algn="l">
              <a:lnSpc>
                <a:spcPct val="100000"/>
              </a:lnSpc>
              <a:spcBef>
                <a:spcPts val="1880"/>
              </a:spcBef>
              <a:spcAft>
                <a:spcPts val="0"/>
              </a:spcAft>
              <a:buSzPts val="9400"/>
              <a:buChar char="•"/>
              <a:defRPr/>
            </a:lvl6pPr>
            <a:lvl7pPr indent="-825500" lvl="6" marL="3200400" algn="l">
              <a:lnSpc>
                <a:spcPct val="100000"/>
              </a:lnSpc>
              <a:spcBef>
                <a:spcPts val="1880"/>
              </a:spcBef>
              <a:spcAft>
                <a:spcPts val="0"/>
              </a:spcAft>
              <a:buSzPts val="9400"/>
              <a:buChar char="•"/>
              <a:defRPr/>
            </a:lvl7pPr>
            <a:lvl8pPr indent="-825500" lvl="7" marL="3657600" algn="l">
              <a:lnSpc>
                <a:spcPct val="100000"/>
              </a:lnSpc>
              <a:spcBef>
                <a:spcPts val="1880"/>
              </a:spcBef>
              <a:spcAft>
                <a:spcPts val="0"/>
              </a:spcAft>
              <a:buSzPts val="9400"/>
              <a:buChar char="•"/>
              <a:defRPr/>
            </a:lvl8pPr>
            <a:lvl9pPr indent="-825500" lvl="8" marL="4114800" algn="l">
              <a:lnSpc>
                <a:spcPct val="100000"/>
              </a:lnSpc>
              <a:spcBef>
                <a:spcPts val="1880"/>
              </a:spcBef>
              <a:spcAft>
                <a:spcPts val="0"/>
              </a:spcAft>
              <a:buSzPts val="9400"/>
              <a:buChar char="•"/>
              <a:defRPr/>
            </a:lvl9pPr>
          </a:lstStyle>
          <a:p/>
        </p:txBody>
      </p:sp>
      <p:sp>
        <p:nvSpPr>
          <p:cNvPr id="14" name="Google Shape;14;p20"/>
          <p:cNvSpPr txBox="1"/>
          <p:nvPr>
            <p:ph idx="10" type="dt"/>
          </p:nvPr>
        </p:nvSpPr>
        <p:spPr>
          <a:xfrm>
            <a:off x="457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1" type="ftr"/>
          </p:nvPr>
        </p:nvSpPr>
        <p:spPr>
          <a:xfrm>
            <a:off x="3124200" y="4767264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6553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1"/>
          <p:cNvSpPr txBox="1"/>
          <p:nvPr>
            <p:ph idx="1" type="body"/>
          </p:nvPr>
        </p:nvSpPr>
        <p:spPr>
          <a:xfrm>
            <a:off x="457200" y="1200152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7025" lIns="94100" spcFirstLastPara="1" rIns="94100" wrap="square" tIns="47025">
            <a:noAutofit/>
          </a:bodyPr>
          <a:lstStyle>
            <a:lvl1pPr indent="-1066800" lvl="0" marL="457200" algn="l">
              <a:lnSpc>
                <a:spcPct val="10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3200"/>
              <a:buChar char="•"/>
              <a:defRPr sz="2900"/>
            </a:lvl1pPr>
            <a:lvl2pPr indent="-946150" lvl="1" marL="914400" algn="l">
              <a:lnSpc>
                <a:spcPct val="100000"/>
              </a:lnSpc>
              <a:spcBef>
                <a:spcPts val="494"/>
              </a:spcBef>
              <a:spcAft>
                <a:spcPts val="0"/>
              </a:spcAft>
              <a:buClr>
                <a:schemeClr val="dk1"/>
              </a:buClr>
              <a:buSzPts val="11300"/>
              <a:buChar char="–"/>
              <a:defRPr sz="2500"/>
            </a:lvl2pPr>
            <a:lvl3pPr indent="-825500" lvl="2" marL="1371600" algn="l">
              <a:lnSpc>
                <a:spcPct val="100000"/>
              </a:lnSpc>
              <a:spcBef>
                <a:spcPts val="411"/>
              </a:spcBef>
              <a:spcAft>
                <a:spcPts val="0"/>
              </a:spcAft>
              <a:buClr>
                <a:schemeClr val="dk1"/>
              </a:buClr>
              <a:buSzPts val="9400"/>
              <a:buChar char="•"/>
              <a:defRPr sz="2100"/>
            </a:lvl3pPr>
            <a:lvl4pPr indent="-768350" lvl="3" marL="18288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–"/>
              <a:defRPr sz="1900"/>
            </a:lvl4pPr>
            <a:lvl5pPr indent="-768350" lvl="4" marL="22860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»"/>
              <a:defRPr sz="1900"/>
            </a:lvl5pPr>
            <a:lvl6pPr indent="-768350" lvl="5" marL="27432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•"/>
              <a:defRPr sz="1900"/>
            </a:lvl6pPr>
            <a:lvl7pPr indent="-768350" lvl="6" marL="32004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•"/>
              <a:defRPr sz="1900"/>
            </a:lvl7pPr>
            <a:lvl8pPr indent="-768350" lvl="7" marL="36576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•"/>
              <a:defRPr sz="1900"/>
            </a:lvl8pPr>
            <a:lvl9pPr indent="-768350" lvl="8" marL="41148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•"/>
              <a:defRPr sz="1900"/>
            </a:lvl9pPr>
          </a:lstStyle>
          <a:p/>
        </p:txBody>
      </p:sp>
      <p:sp>
        <p:nvSpPr>
          <p:cNvPr id="20" name="Google Shape;20;p21"/>
          <p:cNvSpPr txBox="1"/>
          <p:nvPr>
            <p:ph idx="2" type="body"/>
          </p:nvPr>
        </p:nvSpPr>
        <p:spPr>
          <a:xfrm>
            <a:off x="4648200" y="1200152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7025" lIns="94100" spcFirstLastPara="1" rIns="94100" wrap="square" tIns="47025">
            <a:noAutofit/>
          </a:bodyPr>
          <a:lstStyle>
            <a:lvl1pPr indent="-1066800" lvl="0" marL="457200" algn="l">
              <a:lnSpc>
                <a:spcPct val="10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3200"/>
              <a:buChar char="•"/>
              <a:defRPr sz="2900"/>
            </a:lvl1pPr>
            <a:lvl2pPr indent="-946150" lvl="1" marL="914400" algn="l">
              <a:lnSpc>
                <a:spcPct val="100000"/>
              </a:lnSpc>
              <a:spcBef>
                <a:spcPts val="494"/>
              </a:spcBef>
              <a:spcAft>
                <a:spcPts val="0"/>
              </a:spcAft>
              <a:buClr>
                <a:schemeClr val="dk1"/>
              </a:buClr>
              <a:buSzPts val="11300"/>
              <a:buChar char="–"/>
              <a:defRPr sz="2500"/>
            </a:lvl2pPr>
            <a:lvl3pPr indent="-825500" lvl="2" marL="1371600" algn="l">
              <a:lnSpc>
                <a:spcPct val="100000"/>
              </a:lnSpc>
              <a:spcBef>
                <a:spcPts val="411"/>
              </a:spcBef>
              <a:spcAft>
                <a:spcPts val="0"/>
              </a:spcAft>
              <a:buClr>
                <a:schemeClr val="dk1"/>
              </a:buClr>
              <a:buSzPts val="9400"/>
              <a:buChar char="•"/>
              <a:defRPr sz="2100"/>
            </a:lvl3pPr>
            <a:lvl4pPr indent="-768350" lvl="3" marL="18288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–"/>
              <a:defRPr sz="1900"/>
            </a:lvl4pPr>
            <a:lvl5pPr indent="-768350" lvl="4" marL="22860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»"/>
              <a:defRPr sz="1900"/>
            </a:lvl5pPr>
            <a:lvl6pPr indent="-768350" lvl="5" marL="27432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•"/>
              <a:defRPr sz="1900"/>
            </a:lvl6pPr>
            <a:lvl7pPr indent="-768350" lvl="6" marL="32004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•"/>
              <a:defRPr sz="1900"/>
            </a:lvl7pPr>
            <a:lvl8pPr indent="-768350" lvl="7" marL="36576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•"/>
              <a:defRPr sz="1900"/>
            </a:lvl8pPr>
            <a:lvl9pPr indent="-768350" lvl="8" marL="41148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•"/>
              <a:defRPr sz="1900"/>
            </a:lvl9pPr>
          </a:lstStyle>
          <a:p/>
        </p:txBody>
      </p:sp>
      <p:sp>
        <p:nvSpPr>
          <p:cNvPr id="21" name="Google Shape;21;p21"/>
          <p:cNvSpPr txBox="1"/>
          <p:nvPr>
            <p:ph idx="10" type="dt"/>
          </p:nvPr>
        </p:nvSpPr>
        <p:spPr>
          <a:xfrm>
            <a:off x="457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9pPr>
          </a:lstStyle>
          <a:p/>
        </p:txBody>
      </p:sp>
      <p:sp>
        <p:nvSpPr>
          <p:cNvPr id="22" name="Google Shape;22;p21"/>
          <p:cNvSpPr txBox="1"/>
          <p:nvPr>
            <p:ph idx="11" type="ftr"/>
          </p:nvPr>
        </p:nvSpPr>
        <p:spPr>
          <a:xfrm>
            <a:off x="3124200" y="4767264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9pPr>
          </a:lstStyle>
          <a:p/>
        </p:txBody>
      </p:sp>
      <p:sp>
        <p:nvSpPr>
          <p:cNvPr id="23" name="Google Shape;23;p21"/>
          <p:cNvSpPr txBox="1"/>
          <p:nvPr>
            <p:ph idx="12" type="sldNum"/>
          </p:nvPr>
        </p:nvSpPr>
        <p:spPr>
          <a:xfrm>
            <a:off x="6553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2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7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2"/>
          <p:cNvSpPr txBox="1"/>
          <p:nvPr>
            <p:ph idx="1" type="body"/>
          </p:nvPr>
        </p:nvSpPr>
        <p:spPr>
          <a:xfrm>
            <a:off x="457200" y="1151335"/>
            <a:ext cx="40401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47025" lIns="94100" spcFirstLastPara="1" rIns="94100" wrap="square" tIns="470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94"/>
              </a:spcBef>
              <a:spcAft>
                <a:spcPts val="0"/>
              </a:spcAft>
              <a:buClr>
                <a:schemeClr val="dk1"/>
              </a:buClr>
              <a:buSzPts val="11300"/>
              <a:buNone/>
              <a:defRPr b="1" sz="2500"/>
            </a:lvl1pPr>
            <a:lvl2pPr indent="-228600" lvl="1" marL="914400" algn="l">
              <a:lnSpc>
                <a:spcPct val="100000"/>
              </a:lnSpc>
              <a:spcBef>
                <a:spcPts val="411"/>
              </a:spcBef>
              <a:spcAft>
                <a:spcPts val="0"/>
              </a:spcAft>
              <a:buClr>
                <a:schemeClr val="dk1"/>
              </a:buClr>
              <a:buSzPts val="9400"/>
              <a:buNone/>
              <a:defRPr b="1" sz="2100"/>
            </a:lvl2pPr>
            <a:lvl3pPr indent="-228600" lvl="2" marL="13716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None/>
              <a:defRPr b="1" sz="1900"/>
            </a:lvl3pPr>
            <a:lvl4pPr indent="-228600" lvl="3" marL="18288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b="1" sz="1600"/>
            </a:lvl9pPr>
          </a:lstStyle>
          <a:p/>
        </p:txBody>
      </p:sp>
      <p:sp>
        <p:nvSpPr>
          <p:cNvPr id="27" name="Google Shape;27;p22"/>
          <p:cNvSpPr txBox="1"/>
          <p:nvPr>
            <p:ph idx="2" type="body"/>
          </p:nvPr>
        </p:nvSpPr>
        <p:spPr>
          <a:xfrm>
            <a:off x="457200" y="1631156"/>
            <a:ext cx="4040100" cy="29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7025" lIns="94100" spcFirstLastPara="1" rIns="94100" wrap="square" tIns="47025">
            <a:noAutofit/>
          </a:bodyPr>
          <a:lstStyle>
            <a:lvl1pPr indent="-946150" lvl="0" marL="457200" algn="l">
              <a:lnSpc>
                <a:spcPct val="100000"/>
              </a:lnSpc>
              <a:spcBef>
                <a:spcPts val="494"/>
              </a:spcBef>
              <a:spcAft>
                <a:spcPts val="0"/>
              </a:spcAft>
              <a:buClr>
                <a:schemeClr val="dk1"/>
              </a:buClr>
              <a:buSzPts val="11300"/>
              <a:buChar char="•"/>
              <a:defRPr sz="2500"/>
            </a:lvl1pPr>
            <a:lvl2pPr indent="-825500" lvl="1" marL="914400" algn="l">
              <a:lnSpc>
                <a:spcPct val="100000"/>
              </a:lnSpc>
              <a:spcBef>
                <a:spcPts val="411"/>
              </a:spcBef>
              <a:spcAft>
                <a:spcPts val="0"/>
              </a:spcAft>
              <a:buClr>
                <a:schemeClr val="dk1"/>
              </a:buClr>
              <a:buSzPts val="9400"/>
              <a:buChar char="–"/>
              <a:defRPr sz="2100"/>
            </a:lvl2pPr>
            <a:lvl3pPr indent="-768350" lvl="2" marL="13716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•"/>
              <a:defRPr sz="1900"/>
            </a:lvl3pPr>
            <a:lvl4pPr indent="-704850" lvl="3" marL="18288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Char char="–"/>
              <a:defRPr sz="1600"/>
            </a:lvl4pPr>
            <a:lvl5pPr indent="-704850" lvl="4" marL="22860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Char char="»"/>
              <a:defRPr sz="1600"/>
            </a:lvl5pPr>
            <a:lvl6pPr indent="-704850" lvl="5" marL="27432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Char char="•"/>
              <a:defRPr sz="1600"/>
            </a:lvl6pPr>
            <a:lvl7pPr indent="-704850" lvl="6" marL="32004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Char char="•"/>
              <a:defRPr sz="1600"/>
            </a:lvl7pPr>
            <a:lvl8pPr indent="-704850" lvl="7" marL="36576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Char char="•"/>
              <a:defRPr sz="1600"/>
            </a:lvl8pPr>
            <a:lvl9pPr indent="-704850" lvl="8" marL="41148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Char char="•"/>
              <a:defRPr sz="1600"/>
            </a:lvl9pPr>
          </a:lstStyle>
          <a:p/>
        </p:txBody>
      </p:sp>
      <p:sp>
        <p:nvSpPr>
          <p:cNvPr id="28" name="Google Shape;28;p22"/>
          <p:cNvSpPr txBox="1"/>
          <p:nvPr>
            <p:ph idx="3" type="body"/>
          </p:nvPr>
        </p:nvSpPr>
        <p:spPr>
          <a:xfrm>
            <a:off x="4645026" y="1151335"/>
            <a:ext cx="40419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47025" lIns="94100" spcFirstLastPara="1" rIns="94100" wrap="square" tIns="470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494"/>
              </a:spcBef>
              <a:spcAft>
                <a:spcPts val="0"/>
              </a:spcAft>
              <a:buClr>
                <a:schemeClr val="dk1"/>
              </a:buClr>
              <a:buSzPts val="11300"/>
              <a:buNone/>
              <a:defRPr b="1" sz="2500"/>
            </a:lvl1pPr>
            <a:lvl2pPr indent="-228600" lvl="1" marL="914400" algn="l">
              <a:lnSpc>
                <a:spcPct val="100000"/>
              </a:lnSpc>
              <a:spcBef>
                <a:spcPts val="411"/>
              </a:spcBef>
              <a:spcAft>
                <a:spcPts val="0"/>
              </a:spcAft>
              <a:buClr>
                <a:schemeClr val="dk1"/>
              </a:buClr>
              <a:buSzPts val="9400"/>
              <a:buNone/>
              <a:defRPr b="1" sz="2100"/>
            </a:lvl2pPr>
            <a:lvl3pPr indent="-228600" lvl="2" marL="13716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None/>
              <a:defRPr b="1" sz="1900"/>
            </a:lvl3pPr>
            <a:lvl4pPr indent="-228600" lvl="3" marL="18288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b="1" sz="1600"/>
            </a:lvl9pPr>
          </a:lstStyle>
          <a:p/>
        </p:txBody>
      </p:sp>
      <p:sp>
        <p:nvSpPr>
          <p:cNvPr id="29" name="Google Shape;29;p22"/>
          <p:cNvSpPr txBox="1"/>
          <p:nvPr>
            <p:ph idx="4" type="body"/>
          </p:nvPr>
        </p:nvSpPr>
        <p:spPr>
          <a:xfrm>
            <a:off x="4645026" y="1631156"/>
            <a:ext cx="4041900" cy="29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7025" lIns="94100" spcFirstLastPara="1" rIns="94100" wrap="square" tIns="47025">
            <a:noAutofit/>
          </a:bodyPr>
          <a:lstStyle>
            <a:lvl1pPr indent="-946150" lvl="0" marL="457200" algn="l">
              <a:lnSpc>
                <a:spcPct val="100000"/>
              </a:lnSpc>
              <a:spcBef>
                <a:spcPts val="494"/>
              </a:spcBef>
              <a:spcAft>
                <a:spcPts val="0"/>
              </a:spcAft>
              <a:buClr>
                <a:schemeClr val="dk1"/>
              </a:buClr>
              <a:buSzPts val="11300"/>
              <a:buChar char="•"/>
              <a:defRPr sz="2500"/>
            </a:lvl1pPr>
            <a:lvl2pPr indent="-825500" lvl="1" marL="914400" algn="l">
              <a:lnSpc>
                <a:spcPct val="100000"/>
              </a:lnSpc>
              <a:spcBef>
                <a:spcPts val="411"/>
              </a:spcBef>
              <a:spcAft>
                <a:spcPts val="0"/>
              </a:spcAft>
              <a:buClr>
                <a:schemeClr val="dk1"/>
              </a:buClr>
              <a:buSzPts val="9400"/>
              <a:buChar char="–"/>
              <a:defRPr sz="2100"/>
            </a:lvl2pPr>
            <a:lvl3pPr indent="-768350" lvl="2" marL="1371600" algn="l">
              <a:lnSpc>
                <a:spcPct val="100000"/>
              </a:lnSpc>
              <a:spcBef>
                <a:spcPts val="372"/>
              </a:spcBef>
              <a:spcAft>
                <a:spcPts val="0"/>
              </a:spcAft>
              <a:buClr>
                <a:schemeClr val="dk1"/>
              </a:buClr>
              <a:buSzPts val="8500"/>
              <a:buChar char="•"/>
              <a:defRPr sz="1900"/>
            </a:lvl3pPr>
            <a:lvl4pPr indent="-704850" lvl="3" marL="18288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Char char="–"/>
              <a:defRPr sz="1600"/>
            </a:lvl4pPr>
            <a:lvl5pPr indent="-704850" lvl="4" marL="22860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Char char="»"/>
              <a:defRPr sz="1600"/>
            </a:lvl5pPr>
            <a:lvl6pPr indent="-704850" lvl="5" marL="27432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Char char="•"/>
              <a:defRPr sz="1600"/>
            </a:lvl6pPr>
            <a:lvl7pPr indent="-704850" lvl="6" marL="32004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Char char="•"/>
              <a:defRPr sz="1600"/>
            </a:lvl7pPr>
            <a:lvl8pPr indent="-704850" lvl="7" marL="36576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Char char="•"/>
              <a:defRPr sz="1600"/>
            </a:lvl8pPr>
            <a:lvl9pPr indent="-704850" lvl="8" marL="4114800" algn="l">
              <a:lnSpc>
                <a:spcPct val="100000"/>
              </a:lnSpc>
              <a:spcBef>
                <a:spcPts val="328"/>
              </a:spcBef>
              <a:spcAft>
                <a:spcPts val="0"/>
              </a:spcAft>
              <a:buClr>
                <a:schemeClr val="dk1"/>
              </a:buClr>
              <a:buSzPts val="7500"/>
              <a:buChar char="•"/>
              <a:defRPr sz="1600"/>
            </a:lvl9pPr>
          </a:lstStyle>
          <a:p/>
        </p:txBody>
      </p:sp>
      <p:sp>
        <p:nvSpPr>
          <p:cNvPr id="30" name="Google Shape;30;p22"/>
          <p:cNvSpPr txBox="1"/>
          <p:nvPr>
            <p:ph idx="10" type="dt"/>
          </p:nvPr>
        </p:nvSpPr>
        <p:spPr>
          <a:xfrm>
            <a:off x="457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1" type="ftr"/>
          </p:nvPr>
        </p:nvSpPr>
        <p:spPr>
          <a:xfrm>
            <a:off x="3124200" y="4767264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9pPr>
          </a:lstStyle>
          <a:p/>
        </p:txBody>
      </p:sp>
      <p:sp>
        <p:nvSpPr>
          <p:cNvPr id="32" name="Google Shape;32;p22"/>
          <p:cNvSpPr txBox="1"/>
          <p:nvPr>
            <p:ph idx="12" type="sldNum"/>
          </p:nvPr>
        </p:nvSpPr>
        <p:spPr>
          <a:xfrm>
            <a:off x="6553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/>
          <p:nvPr>
            <p:ph type="title"/>
          </p:nvPr>
        </p:nvSpPr>
        <p:spPr>
          <a:xfrm>
            <a:off x="457202" y="204788"/>
            <a:ext cx="3008400" cy="871800"/>
          </a:xfrm>
          <a:prstGeom prst="rect">
            <a:avLst/>
          </a:prstGeom>
          <a:noFill/>
          <a:ln>
            <a:noFill/>
          </a:ln>
        </p:spPr>
        <p:txBody>
          <a:bodyPr anchorCtr="0" anchor="b" bIns="47025" lIns="94100" spcFirstLastPara="1" rIns="94100" wrap="square" tIns="470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400"/>
              <a:buFont typeface="Calibri"/>
              <a:buNone/>
              <a:defRPr b="1"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3"/>
          <p:cNvSpPr txBox="1"/>
          <p:nvPr>
            <p:ph idx="1" type="body"/>
          </p:nvPr>
        </p:nvSpPr>
        <p:spPr>
          <a:xfrm>
            <a:off x="3575051" y="204789"/>
            <a:ext cx="5111700" cy="43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7025" lIns="94100" spcFirstLastPara="1" rIns="94100" wrap="square" tIns="47025">
            <a:noAutofit/>
          </a:bodyPr>
          <a:lstStyle>
            <a:lvl1pPr indent="-1187450" lvl="0" marL="457200" algn="l">
              <a:lnSpc>
                <a:spcPct val="100000"/>
              </a:lnSpc>
              <a:spcBef>
                <a:spcPts val="660"/>
              </a:spcBef>
              <a:spcAft>
                <a:spcPts val="0"/>
              </a:spcAft>
              <a:buClr>
                <a:schemeClr val="dk1"/>
              </a:buClr>
              <a:buSzPts val="15100"/>
              <a:buChar char="•"/>
              <a:defRPr sz="3300"/>
            </a:lvl1pPr>
            <a:lvl2pPr indent="-1066800" lvl="1" marL="914400" algn="l">
              <a:lnSpc>
                <a:spcPct val="100000"/>
              </a:lnSpc>
              <a:spcBef>
                <a:spcPts val="577"/>
              </a:spcBef>
              <a:spcAft>
                <a:spcPts val="0"/>
              </a:spcAft>
              <a:buClr>
                <a:schemeClr val="dk1"/>
              </a:buClr>
              <a:buSzPts val="13200"/>
              <a:buChar char="–"/>
              <a:defRPr sz="2900"/>
            </a:lvl2pPr>
            <a:lvl3pPr indent="-946150" lvl="2" marL="1371600" algn="l">
              <a:lnSpc>
                <a:spcPct val="100000"/>
              </a:lnSpc>
              <a:spcBef>
                <a:spcPts val="494"/>
              </a:spcBef>
              <a:spcAft>
                <a:spcPts val="0"/>
              </a:spcAft>
              <a:buClr>
                <a:schemeClr val="dk1"/>
              </a:buClr>
              <a:buSzPts val="11300"/>
              <a:buChar char="•"/>
              <a:defRPr sz="2500"/>
            </a:lvl3pPr>
            <a:lvl4pPr indent="-825500" lvl="3" marL="1828800" algn="l">
              <a:lnSpc>
                <a:spcPct val="100000"/>
              </a:lnSpc>
              <a:spcBef>
                <a:spcPts val="411"/>
              </a:spcBef>
              <a:spcAft>
                <a:spcPts val="0"/>
              </a:spcAft>
              <a:buClr>
                <a:schemeClr val="dk1"/>
              </a:buClr>
              <a:buSzPts val="9400"/>
              <a:buChar char="–"/>
              <a:defRPr sz="2100"/>
            </a:lvl4pPr>
            <a:lvl5pPr indent="-825500" lvl="4" marL="2286000" algn="l">
              <a:lnSpc>
                <a:spcPct val="100000"/>
              </a:lnSpc>
              <a:spcBef>
                <a:spcPts val="411"/>
              </a:spcBef>
              <a:spcAft>
                <a:spcPts val="0"/>
              </a:spcAft>
              <a:buClr>
                <a:schemeClr val="dk1"/>
              </a:buClr>
              <a:buSzPts val="9400"/>
              <a:buChar char="»"/>
              <a:defRPr sz="2100"/>
            </a:lvl5pPr>
            <a:lvl6pPr indent="-825500" lvl="5" marL="2743200" algn="l">
              <a:lnSpc>
                <a:spcPct val="100000"/>
              </a:lnSpc>
              <a:spcBef>
                <a:spcPts val="411"/>
              </a:spcBef>
              <a:spcAft>
                <a:spcPts val="0"/>
              </a:spcAft>
              <a:buClr>
                <a:schemeClr val="dk1"/>
              </a:buClr>
              <a:buSzPts val="9400"/>
              <a:buChar char="•"/>
              <a:defRPr sz="2100"/>
            </a:lvl6pPr>
            <a:lvl7pPr indent="-825500" lvl="6" marL="3200400" algn="l">
              <a:lnSpc>
                <a:spcPct val="100000"/>
              </a:lnSpc>
              <a:spcBef>
                <a:spcPts val="411"/>
              </a:spcBef>
              <a:spcAft>
                <a:spcPts val="0"/>
              </a:spcAft>
              <a:buClr>
                <a:schemeClr val="dk1"/>
              </a:buClr>
              <a:buSzPts val="9400"/>
              <a:buChar char="•"/>
              <a:defRPr sz="2100"/>
            </a:lvl7pPr>
            <a:lvl8pPr indent="-825500" lvl="7" marL="3657600" algn="l">
              <a:lnSpc>
                <a:spcPct val="100000"/>
              </a:lnSpc>
              <a:spcBef>
                <a:spcPts val="411"/>
              </a:spcBef>
              <a:spcAft>
                <a:spcPts val="0"/>
              </a:spcAft>
              <a:buClr>
                <a:schemeClr val="dk1"/>
              </a:buClr>
              <a:buSzPts val="9400"/>
              <a:buChar char="•"/>
              <a:defRPr sz="2100"/>
            </a:lvl8pPr>
            <a:lvl9pPr indent="-825500" lvl="8" marL="4114800" algn="l">
              <a:lnSpc>
                <a:spcPct val="100000"/>
              </a:lnSpc>
              <a:spcBef>
                <a:spcPts val="411"/>
              </a:spcBef>
              <a:spcAft>
                <a:spcPts val="0"/>
              </a:spcAft>
              <a:buClr>
                <a:schemeClr val="dk1"/>
              </a:buClr>
              <a:buSzPts val="9400"/>
              <a:buChar char="•"/>
              <a:defRPr sz="2100"/>
            </a:lvl9pPr>
          </a:lstStyle>
          <a:p/>
        </p:txBody>
      </p:sp>
      <p:sp>
        <p:nvSpPr>
          <p:cNvPr id="36" name="Google Shape;36;p23"/>
          <p:cNvSpPr txBox="1"/>
          <p:nvPr>
            <p:ph idx="2" type="body"/>
          </p:nvPr>
        </p:nvSpPr>
        <p:spPr>
          <a:xfrm>
            <a:off x="457202" y="1076326"/>
            <a:ext cx="3008400" cy="3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7025" lIns="94100" spcFirstLastPara="1" rIns="94100" wrap="square" tIns="470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9"/>
              </a:spcBef>
              <a:spcAft>
                <a:spcPts val="0"/>
              </a:spcAft>
              <a:buClr>
                <a:schemeClr val="dk1"/>
              </a:buClr>
              <a:buSzPts val="66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6"/>
              </a:spcBef>
              <a:spcAft>
                <a:spcPts val="0"/>
              </a:spcAft>
              <a:buClr>
                <a:schemeClr val="dk1"/>
              </a:buClr>
              <a:buSzPts val="47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4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4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4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4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4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4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900"/>
            </a:lvl9pPr>
          </a:lstStyle>
          <a:p/>
        </p:txBody>
      </p:sp>
      <p:sp>
        <p:nvSpPr>
          <p:cNvPr id="37" name="Google Shape;37;p23"/>
          <p:cNvSpPr txBox="1"/>
          <p:nvPr>
            <p:ph idx="10" type="dt"/>
          </p:nvPr>
        </p:nvSpPr>
        <p:spPr>
          <a:xfrm>
            <a:off x="457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9pPr>
          </a:lstStyle>
          <a:p/>
        </p:txBody>
      </p:sp>
      <p:sp>
        <p:nvSpPr>
          <p:cNvPr id="38" name="Google Shape;38;p23"/>
          <p:cNvSpPr txBox="1"/>
          <p:nvPr>
            <p:ph idx="11" type="ftr"/>
          </p:nvPr>
        </p:nvSpPr>
        <p:spPr>
          <a:xfrm>
            <a:off x="3124200" y="4767264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2" type="sldNum"/>
          </p:nvPr>
        </p:nvSpPr>
        <p:spPr>
          <a:xfrm>
            <a:off x="6553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4"/>
          <p:cNvSpPr txBox="1"/>
          <p:nvPr>
            <p:ph type="title"/>
          </p:nvPr>
        </p:nvSpPr>
        <p:spPr>
          <a:xfrm>
            <a:off x="1792289" y="3600452"/>
            <a:ext cx="54864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b" bIns="47025" lIns="94100" spcFirstLastPara="1" rIns="94100" wrap="square" tIns="470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400"/>
              <a:buFont typeface="Calibri"/>
              <a:buNone/>
              <a:defRPr b="1"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4"/>
          <p:cNvSpPr/>
          <p:nvPr>
            <p:ph idx="2" type="pic"/>
          </p:nvPr>
        </p:nvSpPr>
        <p:spPr>
          <a:xfrm>
            <a:off x="1792289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24"/>
          <p:cNvSpPr txBox="1"/>
          <p:nvPr>
            <p:ph idx="1" type="body"/>
          </p:nvPr>
        </p:nvSpPr>
        <p:spPr>
          <a:xfrm>
            <a:off x="1792289" y="4025505"/>
            <a:ext cx="5486400" cy="6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7025" lIns="94100" spcFirstLastPara="1" rIns="94100" wrap="square" tIns="470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9"/>
              </a:spcBef>
              <a:spcAft>
                <a:spcPts val="0"/>
              </a:spcAft>
              <a:buClr>
                <a:schemeClr val="dk1"/>
              </a:buClr>
              <a:buSzPts val="66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>
                <a:schemeClr val="dk1"/>
              </a:buClr>
              <a:buSzPts val="56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6"/>
              </a:spcBef>
              <a:spcAft>
                <a:spcPts val="0"/>
              </a:spcAft>
              <a:buClr>
                <a:schemeClr val="dk1"/>
              </a:buClr>
              <a:buSzPts val="47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4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4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4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4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4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4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900"/>
            </a:lvl9pPr>
          </a:lstStyle>
          <a:p/>
        </p:txBody>
      </p:sp>
      <p:sp>
        <p:nvSpPr>
          <p:cNvPr id="44" name="Google Shape;44;p24"/>
          <p:cNvSpPr txBox="1"/>
          <p:nvPr>
            <p:ph idx="10" type="dt"/>
          </p:nvPr>
        </p:nvSpPr>
        <p:spPr>
          <a:xfrm>
            <a:off x="457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9pPr>
          </a:lstStyle>
          <a:p/>
        </p:txBody>
      </p:sp>
      <p:sp>
        <p:nvSpPr>
          <p:cNvPr id="45" name="Google Shape;45;p24"/>
          <p:cNvSpPr txBox="1"/>
          <p:nvPr>
            <p:ph idx="11" type="ftr"/>
          </p:nvPr>
        </p:nvSpPr>
        <p:spPr>
          <a:xfrm>
            <a:off x="3124200" y="4767264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9pPr>
          </a:lstStyle>
          <a:p/>
        </p:txBody>
      </p:sp>
      <p:sp>
        <p:nvSpPr>
          <p:cNvPr id="46" name="Google Shape;46;p24"/>
          <p:cNvSpPr txBox="1"/>
          <p:nvPr>
            <p:ph idx="12" type="sldNum"/>
          </p:nvPr>
        </p:nvSpPr>
        <p:spPr>
          <a:xfrm>
            <a:off x="6553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5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5"/>
          <p:cNvSpPr txBox="1"/>
          <p:nvPr>
            <p:ph idx="1" type="body"/>
          </p:nvPr>
        </p:nvSpPr>
        <p:spPr>
          <a:xfrm rot="5400000">
            <a:off x="2874751" y="-1217399"/>
            <a:ext cx="33945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7025" lIns="94100" spcFirstLastPara="1" rIns="94100" wrap="square" tIns="470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25"/>
          <p:cNvSpPr txBox="1"/>
          <p:nvPr>
            <p:ph idx="10" type="dt"/>
          </p:nvPr>
        </p:nvSpPr>
        <p:spPr>
          <a:xfrm>
            <a:off x="457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9pPr>
          </a:lstStyle>
          <a:p/>
        </p:txBody>
      </p:sp>
      <p:sp>
        <p:nvSpPr>
          <p:cNvPr id="51" name="Google Shape;51;p25"/>
          <p:cNvSpPr txBox="1"/>
          <p:nvPr>
            <p:ph idx="11" type="ftr"/>
          </p:nvPr>
        </p:nvSpPr>
        <p:spPr>
          <a:xfrm>
            <a:off x="3124200" y="4767264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9pPr>
          </a:lstStyle>
          <a:p/>
        </p:txBody>
      </p:sp>
      <p:sp>
        <p:nvSpPr>
          <p:cNvPr id="52" name="Google Shape;52;p25"/>
          <p:cNvSpPr txBox="1"/>
          <p:nvPr>
            <p:ph idx="12" type="sldNum"/>
          </p:nvPr>
        </p:nvSpPr>
        <p:spPr>
          <a:xfrm>
            <a:off x="6553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6"/>
          <p:cNvSpPr txBox="1"/>
          <p:nvPr>
            <p:ph type="title"/>
          </p:nvPr>
        </p:nvSpPr>
        <p:spPr>
          <a:xfrm rot="5400000">
            <a:off x="5463751" y="1371630"/>
            <a:ext cx="43887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6"/>
          <p:cNvSpPr txBox="1"/>
          <p:nvPr>
            <p:ph idx="1" type="body"/>
          </p:nvPr>
        </p:nvSpPr>
        <p:spPr>
          <a:xfrm rot="5400000">
            <a:off x="1272750" y="-609570"/>
            <a:ext cx="4388700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7025" lIns="94100" spcFirstLastPara="1" rIns="94100" wrap="square" tIns="470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" name="Google Shape;56;p26"/>
          <p:cNvSpPr txBox="1"/>
          <p:nvPr>
            <p:ph idx="10" type="dt"/>
          </p:nvPr>
        </p:nvSpPr>
        <p:spPr>
          <a:xfrm>
            <a:off x="457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9pPr>
          </a:lstStyle>
          <a:p/>
        </p:txBody>
      </p:sp>
      <p:sp>
        <p:nvSpPr>
          <p:cNvPr id="57" name="Google Shape;57;p26"/>
          <p:cNvSpPr txBox="1"/>
          <p:nvPr>
            <p:ph idx="11" type="ftr"/>
          </p:nvPr>
        </p:nvSpPr>
        <p:spPr>
          <a:xfrm>
            <a:off x="3124200" y="4767264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/>
            </a:lvl9pPr>
          </a:lstStyle>
          <a:p/>
        </p:txBody>
      </p:sp>
      <p:sp>
        <p:nvSpPr>
          <p:cNvPr id="58" name="Google Shape;58;p26"/>
          <p:cNvSpPr txBox="1"/>
          <p:nvPr>
            <p:ph idx="12" type="sldNum"/>
          </p:nvPr>
        </p:nvSpPr>
        <p:spPr>
          <a:xfrm>
            <a:off x="6553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9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700"/>
              <a:buFont typeface="Calibri"/>
              <a:buNone/>
              <a:defRPr b="0" i="0" sz="20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9"/>
          <p:cNvSpPr txBox="1"/>
          <p:nvPr>
            <p:ph idx="1" type="body"/>
          </p:nvPr>
        </p:nvSpPr>
        <p:spPr>
          <a:xfrm>
            <a:off x="457200" y="120015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7025" lIns="94100" spcFirstLastPara="1" rIns="94100" wrap="square" tIns="47025">
            <a:noAutofit/>
          </a:bodyPr>
          <a:lstStyle>
            <a:lvl1pPr indent="-1187450" lvl="0" marL="457200" marR="0" rtl="0" algn="l">
              <a:lnSpc>
                <a:spcPct val="100000"/>
              </a:lnSpc>
              <a:spcBef>
                <a:spcPts val="3020"/>
              </a:spcBef>
              <a:spcAft>
                <a:spcPts val="0"/>
              </a:spcAft>
              <a:buClr>
                <a:schemeClr val="dk1"/>
              </a:buClr>
              <a:buSzPts val="15100"/>
              <a:buFont typeface="Arial"/>
              <a:buChar char="•"/>
              <a:defRPr b="0" i="0" sz="15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66800" lvl="1" marL="914400" marR="0" rtl="0" algn="l">
              <a:lnSpc>
                <a:spcPct val="100000"/>
              </a:lnSpc>
              <a:spcBef>
                <a:spcPts val="2640"/>
              </a:spcBef>
              <a:spcAft>
                <a:spcPts val="0"/>
              </a:spcAft>
              <a:buClr>
                <a:schemeClr val="dk1"/>
              </a:buClr>
              <a:buSzPts val="13200"/>
              <a:buFont typeface="Arial"/>
              <a:buChar char="–"/>
              <a:defRPr b="0" i="0" sz="1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946150" lvl="2" marL="1371600" marR="0" rtl="0" algn="l">
              <a:lnSpc>
                <a:spcPct val="100000"/>
              </a:lnSpc>
              <a:spcBef>
                <a:spcPts val="2260"/>
              </a:spcBef>
              <a:spcAft>
                <a:spcPts val="0"/>
              </a:spcAft>
              <a:buClr>
                <a:schemeClr val="dk1"/>
              </a:buClr>
              <a:buSzPts val="11300"/>
              <a:buFont typeface="Arial"/>
              <a:buChar char="•"/>
              <a:defRPr b="0" i="0" sz="1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825500" lvl="3" marL="1828800" marR="0" rtl="0" algn="l">
              <a:lnSpc>
                <a:spcPct val="100000"/>
              </a:lnSpc>
              <a:spcBef>
                <a:spcPts val="1880"/>
              </a:spcBef>
              <a:spcAft>
                <a:spcPts val="0"/>
              </a:spcAft>
              <a:buClr>
                <a:schemeClr val="dk1"/>
              </a:buClr>
              <a:buSzPts val="9400"/>
              <a:buFont typeface="Arial"/>
              <a:buChar char="–"/>
              <a:defRPr b="0" i="0" sz="9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825500" lvl="4" marL="2286000" marR="0" rtl="0" algn="l">
              <a:lnSpc>
                <a:spcPct val="100000"/>
              </a:lnSpc>
              <a:spcBef>
                <a:spcPts val="1880"/>
              </a:spcBef>
              <a:spcAft>
                <a:spcPts val="0"/>
              </a:spcAft>
              <a:buClr>
                <a:schemeClr val="dk1"/>
              </a:buClr>
              <a:buSzPts val="9400"/>
              <a:buFont typeface="Arial"/>
              <a:buChar char="»"/>
              <a:defRPr b="0" i="0" sz="9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825500" lvl="5" marL="2743200" marR="0" rtl="0" algn="l">
              <a:lnSpc>
                <a:spcPct val="100000"/>
              </a:lnSpc>
              <a:spcBef>
                <a:spcPts val="1880"/>
              </a:spcBef>
              <a:spcAft>
                <a:spcPts val="0"/>
              </a:spcAft>
              <a:buClr>
                <a:schemeClr val="dk1"/>
              </a:buClr>
              <a:buSzPts val="9400"/>
              <a:buFont typeface="Arial"/>
              <a:buChar char="•"/>
              <a:defRPr b="0" i="0" sz="9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825500" lvl="6" marL="3200400" marR="0" rtl="0" algn="l">
              <a:lnSpc>
                <a:spcPct val="100000"/>
              </a:lnSpc>
              <a:spcBef>
                <a:spcPts val="1880"/>
              </a:spcBef>
              <a:spcAft>
                <a:spcPts val="0"/>
              </a:spcAft>
              <a:buClr>
                <a:schemeClr val="dk1"/>
              </a:buClr>
              <a:buSzPts val="9400"/>
              <a:buFont typeface="Arial"/>
              <a:buChar char="•"/>
              <a:defRPr b="0" i="0" sz="9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825500" lvl="7" marL="3657600" marR="0" rtl="0" algn="l">
              <a:lnSpc>
                <a:spcPct val="100000"/>
              </a:lnSpc>
              <a:spcBef>
                <a:spcPts val="1880"/>
              </a:spcBef>
              <a:spcAft>
                <a:spcPts val="0"/>
              </a:spcAft>
              <a:buClr>
                <a:schemeClr val="dk1"/>
              </a:buClr>
              <a:buSzPts val="9400"/>
              <a:buFont typeface="Arial"/>
              <a:buChar char="•"/>
              <a:defRPr b="0" i="0" sz="9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25500" lvl="8" marL="4114800" marR="0" rtl="0" algn="l">
              <a:lnSpc>
                <a:spcPct val="100000"/>
              </a:lnSpc>
              <a:spcBef>
                <a:spcPts val="1880"/>
              </a:spcBef>
              <a:spcAft>
                <a:spcPts val="0"/>
              </a:spcAft>
              <a:buClr>
                <a:schemeClr val="dk1"/>
              </a:buClr>
              <a:buSzPts val="9400"/>
              <a:buFont typeface="Arial"/>
              <a:buChar char="•"/>
              <a:defRPr b="0" i="0" sz="9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9"/>
          <p:cNvSpPr txBox="1"/>
          <p:nvPr>
            <p:ph idx="10" type="dt"/>
          </p:nvPr>
        </p:nvSpPr>
        <p:spPr>
          <a:xfrm>
            <a:off x="457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9"/>
          <p:cNvSpPr txBox="1"/>
          <p:nvPr>
            <p:ph idx="11" type="ftr"/>
          </p:nvPr>
        </p:nvSpPr>
        <p:spPr>
          <a:xfrm>
            <a:off x="3124200" y="4767264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9"/>
          <p:cNvSpPr txBox="1"/>
          <p:nvPr>
            <p:ph idx="12" type="sldNum"/>
          </p:nvPr>
        </p:nvSpPr>
        <p:spPr>
          <a:xfrm>
            <a:off x="6553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"/>
          <p:cNvSpPr txBox="1"/>
          <p:nvPr>
            <p:ph idx="1" type="body"/>
          </p:nvPr>
        </p:nvSpPr>
        <p:spPr>
          <a:xfrm>
            <a:off x="642938" y="2196703"/>
            <a:ext cx="7815262" cy="2661047"/>
          </a:xfrm>
          <a:prstGeom prst="rect">
            <a:avLst/>
          </a:prstGeom>
          <a:noFill/>
          <a:ln>
            <a:noFill/>
          </a:ln>
        </p:spPr>
        <p:txBody>
          <a:bodyPr anchorCtr="0" anchor="t" bIns="47025" lIns="94100" spcFirstLastPara="1" rIns="94100" wrap="square" tIns="470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20"/>
              </a:spcBef>
              <a:spcAft>
                <a:spcPts val="0"/>
              </a:spcAft>
              <a:buSzPts val="15100"/>
              <a:buNone/>
            </a:pPr>
            <a:r>
              <a:t/>
            </a:r>
            <a:endParaRPr/>
          </a:p>
          <a:p>
            <a:pPr indent="501650" lvl="0" marL="457200" rtl="0" algn="l">
              <a:lnSpc>
                <a:spcPct val="100000"/>
              </a:lnSpc>
              <a:spcBef>
                <a:spcPts val="3020"/>
              </a:spcBef>
              <a:spcAft>
                <a:spcPts val="0"/>
              </a:spcAft>
              <a:buSzPts val="15100"/>
              <a:buNone/>
            </a:pPr>
            <a:r>
              <a:t/>
            </a:r>
            <a:endParaRPr/>
          </a:p>
        </p:txBody>
      </p:sp>
      <p:sp>
        <p:nvSpPr>
          <p:cNvPr id="64" name="Google Shape;64;p2"/>
          <p:cNvSpPr txBox="1"/>
          <p:nvPr>
            <p:ph idx="12" type="sldNum"/>
          </p:nvPr>
        </p:nvSpPr>
        <p:spPr>
          <a:xfrm>
            <a:off x="6553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5" name="Google Shape;65;p2"/>
          <p:cNvSpPr/>
          <p:nvPr/>
        </p:nvSpPr>
        <p:spPr>
          <a:xfrm>
            <a:off x="3415004" y="3219941"/>
            <a:ext cx="45720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Noto Sans Symbols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66" name="Google Shape;66;p2"/>
          <p:cNvSpPr txBox="1"/>
          <p:nvPr>
            <p:ph type="title"/>
          </p:nvPr>
        </p:nvSpPr>
        <p:spPr>
          <a:xfrm>
            <a:off x="138224" y="694236"/>
            <a:ext cx="82296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/>
          <a:p>
            <a:pPr>
              <a:defRPr sz="2800" b="1">
                <a:solidFill>
                  <a:srgbClr val="C05C46"/>
                </a:solidFill>
              </a:defRPr>
            </a:pPr>
            <a:r>
              <a:t>ShopEZ: Vintage Sepia Neubrutalist E-Commerce</a:t>
            </a:r>
          </a:p>
        </p:txBody>
      </p:sp>
      <p:sp>
        <p:nvSpPr>
          <p:cNvPr id="67" name="Google Shape;67;p2"/>
          <p:cNvSpPr txBox="1"/>
          <p:nvPr/>
        </p:nvSpPr>
        <p:spPr>
          <a:xfrm>
            <a:off x="267767" y="3265616"/>
            <a:ext cx="2064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>
              <a:defRPr sz="1400">
                <a:solidFill>
                  <a:srgbClr val="2D2724"/>
                </a:solidFill>
              </a:defRPr>
            </a:pPr>
            <a:r>
              <a:t>Developed by:</a:t>
            </a:r>
          </a:p>
          <a:p>
            <a:pPr>
              <a:defRPr sz="1400">
                <a:solidFill>
                  <a:srgbClr val="2D2724"/>
                </a:solidFill>
              </a:defRPr>
            </a:pPr>
            <a:r>
              <a:t>MERN Full-Stack Development Team</a:t>
            </a:r>
          </a:p>
          <a:p>
            <a:pPr>
              <a:defRPr sz="1400">
                <a:solidFill>
                  <a:srgbClr val="2D2724"/>
                </a:solidFill>
              </a:defRPr>
            </a:pPr>
            <a:r>
              <a:t>TEAM-MERN-03</a:t>
            </a:r>
          </a:p>
        </p:txBody>
      </p:sp>
      <p:sp>
        <p:nvSpPr>
          <p:cNvPr id="68" name="Google Shape;68;p2"/>
          <p:cNvSpPr txBox="1"/>
          <p:nvPr/>
        </p:nvSpPr>
        <p:spPr>
          <a:xfrm>
            <a:off x="5470632" y="3239550"/>
            <a:ext cx="2070599" cy="7386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>
              <a:defRPr sz="1400">
                <a:solidFill>
                  <a:srgbClr val="2D2724"/>
                </a:solidFill>
              </a:defRPr>
            </a:pPr>
            <a:r>
              <a:t>Project Guide:</a:t>
            </a:r>
          </a:p>
          <a:p>
            <a:pPr>
              <a:defRPr sz="1400">
                <a:solidFill>
                  <a:srgbClr val="2D2724"/>
                </a:solidFill>
              </a:defRPr>
            </a:pPr>
            <a:r>
              <a:t>Prof. MERN Mentor</a:t>
            </a:r>
          </a:p>
          <a:p>
            <a:pPr>
              <a:defRPr sz="1400">
                <a:solidFill>
                  <a:srgbClr val="2D2724"/>
                </a:solidFill>
              </a:defRPr>
            </a:pPr>
            <a:r>
              <a:t>Department of CSE</a:t>
            </a:r>
          </a:p>
        </p:txBody>
      </p:sp>
      <p:sp>
        <p:nvSpPr>
          <p:cNvPr id="69" name="Google Shape;69;p2"/>
          <p:cNvSpPr txBox="1"/>
          <p:nvPr>
            <p:ph idx="10" type="dt"/>
          </p:nvPr>
        </p:nvSpPr>
        <p:spPr>
          <a:xfrm>
            <a:off x="457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0" name="Google Shape;70;p2"/>
          <p:cNvSpPr txBox="1"/>
          <p:nvPr>
            <p:ph idx="11" type="ftr"/>
          </p:nvPr>
        </p:nvSpPr>
        <p:spPr>
          <a:xfrm>
            <a:off x="3124200" y="4767264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Computer Science and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"/>
          <p:cNvSpPr txBox="1"/>
          <p:nvPr>
            <p:ph idx="12" type="sldNum"/>
          </p:nvPr>
        </p:nvSpPr>
        <p:spPr>
          <a:xfrm>
            <a:off x="6553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>
                <a:latin typeface="Bookman Old Style"/>
                <a:ea typeface="Bookman Old Style"/>
                <a:cs typeface="Bookman Old Style"/>
                <a:sym typeface="Bookman Old Style"/>
              </a:rPr>
              <a:t>‹#›</a:t>
            </a:fld>
            <a:endParaRPr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415004" y="3219941"/>
            <a:ext cx="45720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Noto Sans Symbols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77" name="Google Shape;77;p3"/>
          <p:cNvSpPr txBox="1"/>
          <p:nvPr>
            <p:ph type="title"/>
          </p:nvPr>
        </p:nvSpPr>
        <p:spPr>
          <a:xfrm>
            <a:off x="1053736" y="541342"/>
            <a:ext cx="6117300" cy="62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700"/>
              <a:buNone/>
            </a:pPr>
            <a:r>
              <a:rPr lang="en-US" sz="1600"/>
              <a:t>Index</a:t>
            </a:r>
            <a:endParaRPr sz="1600"/>
          </a:p>
        </p:txBody>
      </p:sp>
      <p:sp>
        <p:nvSpPr>
          <p:cNvPr id="78" name="Google Shape;78;p3"/>
          <p:cNvSpPr txBox="1"/>
          <p:nvPr/>
        </p:nvSpPr>
        <p:spPr>
          <a:xfrm>
            <a:off x="457195" y="1102121"/>
            <a:ext cx="6656100" cy="46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Statement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Scope of the Project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System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Proposed System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Software &amp; Hardware Requirements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Design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Flowchart &amp; Algorithm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Modules Description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Results / Output Screens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Advantages &amp; Limitations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Enhancements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AutoNum type="arabicPeriod"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79" name="Google Shape;79;p3"/>
          <p:cNvSpPr txBox="1"/>
          <p:nvPr>
            <p:ph idx="10" type="dt"/>
          </p:nvPr>
        </p:nvSpPr>
        <p:spPr>
          <a:xfrm>
            <a:off x="457200" y="4767264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0" name="Google Shape;80;p3"/>
          <p:cNvSpPr txBox="1"/>
          <p:nvPr>
            <p:ph idx="11" type="ftr"/>
          </p:nvPr>
        </p:nvSpPr>
        <p:spPr>
          <a:xfrm>
            <a:off x="3124200" y="4767264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7025" lIns="94100" spcFirstLastPara="1" rIns="94100" wrap="square" tIns="470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Department of Computer Science and Engineering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2339eb39d_0_6"/>
          <p:cNvSpPr txBox="1"/>
          <p:nvPr>
            <p:ph type="title"/>
          </p:nvPr>
        </p:nvSpPr>
        <p:spPr>
          <a:xfrm>
            <a:off x="457200" y="205978"/>
            <a:ext cx="8229600" cy="857400"/>
          </a:xfrm>
          <a:prstGeom prst="rect">
            <a:avLst/>
          </a:prstGeom>
        </p:spPr>
        <p:txBody>
          <a:bodyPr anchorCtr="0" anchor="ctr" bIns="47025" lIns="94100" spcFirstLastPara="1" rIns="94100" wrap="square" tIns="470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86" name="Google Shape;86;g3f2339eb39d_0_6"/>
          <p:cNvSpPr txBox="1"/>
          <p:nvPr>
            <p:ph idx="1" type="body"/>
          </p:nvPr>
        </p:nvSpPr>
        <p:spPr>
          <a:xfrm>
            <a:off x="457200" y="1200152"/>
            <a:ext cx="8229600" cy="3394500"/>
          </a:xfrm>
          <a:prstGeom prst="rect">
            <a:avLst/>
          </a:prstGeom>
        </p:spPr>
        <p:txBody>
          <a:bodyPr anchorCtr="0" anchor="t" bIns="47025" lIns="94100" spcFirstLastPara="1" rIns="94100" wrap="square" tIns="47025">
            <a:noAutofit/>
          </a:bodyPr>
          <a:lstStyle/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  <a:defRPr sz="2200" b="1">
                <a:solidFill>
                  <a:srgbClr val="C05C46"/>
                </a:solidFill>
              </a:defRPr>
            </a:pPr>
            <a:r>
              <a:t>Internship Objectives &amp; Learning Outcomes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>
              <a:defRPr sz="1300">
                <a:solidFill>
                  <a:srgbClr val="2D2724"/>
                </a:solidFill>
              </a:defRPr>
            </a:pPr>
            <a:r>
              <a:t>• Objectives: Design and build a customized retail MERN platform featuring vintage aesthetics.</a:t>
            </a:r>
          </a:p>
          <a:p>
            <a:pPr>
              <a:defRPr sz="1300">
                <a:solidFill>
                  <a:srgbClr val="2D2724"/>
                </a:solidFill>
              </a:defRPr>
            </a:pPr>
            <a:r>
              <a:t>• Work Carried Out: Re-architected backend controllers, added validations, created neubrutalist UI.</a:t>
            </a:r>
          </a:p>
          <a:p>
            <a:pPr>
              <a:defRPr sz="1300">
                <a:solidFill>
                  <a:srgbClr val="2D2724"/>
                </a:solidFill>
              </a:defRPr>
            </a:pPr>
            <a:r>
              <a:t>• Technical Learning Outcomes: Gained expertise in MongoDB Mongoose aggregations, JWT security, custom CSS custom variables.</a:t>
            </a:r>
          </a:p>
          <a:p>
            <a:pPr>
              <a:defRPr sz="1300">
                <a:solidFill>
                  <a:srgbClr val="2D2724"/>
                </a:solidFill>
              </a:defRPr>
            </a:pPr>
            <a:r>
              <a:t>• Challenges Faced: Overcoming stale sessions during db re-seeds solved using Axios interceptor logout events.</a:t>
            </a:r>
          </a:p>
          <a:p>
            <a:pPr>
              <a:defRPr sz="1300">
                <a:solidFill>
                  <a:srgbClr val="2D2724"/>
                </a:solidFill>
              </a:defRPr>
            </a:pPr>
            <a:r>
              <a:t>• Relevance to Curriculum: Direct application of Software Engineering, Web Design, and Database Management principles.</a:t>
            </a:r>
          </a:p>
        </p:txBody>
      </p:sp>
      <p:sp>
        <p:nvSpPr>
          <p:cNvPr id="87" name="Google Shape;87;g3f2339eb39d_0_6"/>
          <p:cNvSpPr txBox="1"/>
          <p:nvPr>
            <p:ph idx="12" type="sldNum"/>
          </p:nvPr>
        </p:nvSpPr>
        <p:spPr>
          <a:xfrm>
            <a:off x="6553200" y="4767264"/>
            <a:ext cx="2133600" cy="273900"/>
          </a:xfrm>
          <a:prstGeom prst="rect">
            <a:avLst/>
          </a:prstGeom>
        </p:spPr>
        <p:txBody>
          <a:bodyPr anchorCtr="0" anchor="ctr" bIns="47025" lIns="94100" spcFirstLastPara="1" rIns="94100" wrap="square" tIns="470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05C46"/>
                </a:solidFill>
              </a:defRPr>
            </a:pPr>
            <a: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ShopEZ is a highly responsive e-commerce web portal built on the MERN stack.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Design Style: Overhauls standard flat corporate UI layouts with a warm vintage sepia console design ('old vibes').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Unique Visual Identity: Bold solid borders, flat offset blocks, monospaced details, and scanline TV filters.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Target Focus: Specifically designed to showcase classic retro gaming accessories and authentic vintage tech items.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2625B"/>
                </a:solidFill>
              </a:defRPr>
            </a:pPr>
            <a:r>
              <a:t>Department of Computer Science and Engineering | ShopEZ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05C46"/>
                </a:solidFill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Generic E-Commerce: Existing collectibles portals look sterile, corporate, and lack nostalgic theme matches.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Stale User Sessions: Database reseeds delete user entries, leaving stale tokens in client local storage which crash checkouts.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Hard-to-use Merchant Tools: Small boutique sellers are overwhelmed by cluttered layouts and lack low-stock indicators.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2625B"/>
                </a:solidFill>
              </a:defRPr>
            </a:pPr>
            <a:r>
              <a:t>Department of Computer Science and Engineering | ShopEZ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05C46"/>
                </a:solidFill>
              </a:defRPr>
            </a:pPr>
            <a:r>
              <a:t>Objectives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Cozy Nostalgic Experience: Establish a pleasant, sepia-toned neubrutalist console catalog.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Interactive Gamified Checkout: Build a stateful credit card card widget that flips around on CVV inputs.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Boutique Analytics Dashboard: Display revenue in Rupees (₹) and highlight progress alerts for low inventories.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Session Resiliency: Formulate global Axios error interceptors to handle 401 logouts gracefully.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2625B"/>
                </a:solidFill>
              </a:defRPr>
            </a:pPr>
            <a:r>
              <a:t>Department of Computer Science and Engineering | ShopEZ Project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05C46"/>
                </a:solidFill>
              </a:defRPr>
            </a:pPr>
            <a:r>
              <a:t>Existing vs Proposed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Existing System: Uses standard Bootstrap layouts, grey buttons, and soft radial shadow cards with zero theme colors.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Proposed System: Custom neubrutalist theme using HSL CSS tokens, tactile depressed buttons, and a vintage library aesthetic.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Proposed System Advantage: Interactive checkout simulated logs and automatic stale token redirection to logins.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2625B"/>
                </a:solidFill>
              </a:defRPr>
            </a:pPr>
            <a:r>
              <a:t>Department of Computer Science and Engineering | ShopEZ Project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05C46"/>
                </a:solidFill>
              </a:defRPr>
            </a:pPr>
            <a:r>
              <a:t>Software &amp; Hardware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Frontend Environment: React.js, React Router, HTML5, Vanilla CSS3 (Courier Prime &amp; Space Mono Google Fonts).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Backend Environment: Node.js, Express.js (Modular Route/Controller pattern).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Database Layer: MongoDB Local Community Server, Mongoose ORM.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Hardware: Any system with &amp;ge; 4GB RAM, dual-core CPU, and 1GB disk space running Node v18+.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2625B"/>
                </a:solidFill>
              </a:defRPr>
            </a:pPr>
            <a:r>
              <a:t>Department of Computer Science and Engineering | ShopEZ Project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05C46"/>
                </a:solidFill>
              </a:defRPr>
            </a:pPr>
            <a:r>
              <a:t>System Design &amp;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Controller Route Separation: Decoupled code structures under backend/controllers/ and backend/routes/ folders.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Input Schema Validators: Validation layers sanitize inputs (emails, positive product prices) before model queries.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Global AsyncHandler: Middleware removes try-catch duplication across all route controllers.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Authorization Guards: Verified JWT signatures inside HTTP request headers secure customer endpoints.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2625B"/>
                </a:solidFill>
              </a:defRPr>
            </a:pPr>
            <a:r>
              <a:t>Department of Computer Science and Engineering | ShopEZ Project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05C46"/>
                </a:solidFill>
              </a:defRPr>
            </a:pPr>
            <a:r>
              <a:t>Results: Cozy Catalog Home Page</a:t>
            </a:r>
          </a:p>
        </p:txBody>
      </p:sp>
      <p:pic>
        <p:nvPicPr>
          <p:cNvPr id="5" name="Picture 4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05C46"/>
                </a:solidFill>
              </a:defRPr>
            </a:pPr>
            <a:r>
              <a:t>Results: Secure Login Screen</a:t>
            </a:r>
          </a:p>
        </p:txBody>
      </p:sp>
      <p:pic>
        <p:nvPicPr>
          <p:cNvPr id="5" name="Picture 4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05C46"/>
                </a:solidFill>
              </a:defRPr>
            </a:pPr>
            <a:r>
              <a:t>Results: Seller Dashboard Metrics</a:t>
            </a:r>
          </a:p>
        </p:txBody>
      </p:sp>
      <p:pic>
        <p:nvPicPr>
          <p:cNvPr id="5" name="Picture 4" descr="seller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05C46"/>
                </a:solidFill>
              </a:defRPr>
            </a:pPr>
            <a:r>
              <a:t>Advantages &amp;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Advantages: Engaging layout style increases user session durations; robust stale session handlers prevent crashes.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Advantages: Decoupled codebase controllers make features expansion clean and easy.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Limitations: Local MongoDB storage configuration; does not have multiple billing currency conversion supports.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2625B"/>
                </a:solidFill>
              </a:defRPr>
            </a:pPr>
            <a:r>
              <a:t>Department of Computer Science and Engineering | ShopEZ Project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05C46"/>
                </a:solidFill>
              </a:defRPr>
            </a:pPr>
            <a:r>
              <a:t>Future Enhancements &amp;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Enhancements: Integrate multiple currency toggling and live shipping carrier rates.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Enhancements: Build automated PDF invoice email dispatch mechanisms upon transaction settle.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Conclusion: ShopEZ successfully implements the vintage sepia console e-commerce design, proving aesthetics boost digital retail engagement.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2625B"/>
                </a:solidFill>
              </a:defRPr>
            </a:pPr>
            <a:r>
              <a:t>Department of Computer Science and Engineering | ShopEZ Project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05C46"/>
                </a:solidFill>
              </a:defRPr>
            </a:pPr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React documentation: https://react.dev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Express documentation: https://expressjs.com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MongoDB documentation: https://mongodb.com</a:t>
            </a:r>
          </a:p>
          <a:p>
            <a:pPr>
              <a:spcAft>
                <a:spcPts val="1000"/>
              </a:spcAft>
              <a:defRPr sz="1400">
                <a:solidFill>
                  <a:srgbClr val="2D2724"/>
                </a:solidFill>
              </a:defRPr>
            </a:pPr>
            <a:r>
              <a:t>• C4 Model System Architecture patterns: https://c4model.com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2625B"/>
                </a:solidFill>
              </a:defRPr>
            </a:pPr>
            <a:r>
              <a:t>Department of Computer Science and Engineering | ShopEZ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Raj</dc:creator>
</cp:coreProperties>
</file>